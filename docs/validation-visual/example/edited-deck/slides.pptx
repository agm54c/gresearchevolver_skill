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Fixture</c:v>
                </c:pt>
              </c:strCache>
            </c:strRef>
          </c:tx>
          <c:spPr>
            <a:solidFill>
              <a:srgbClr val="0072B2"/>
            </a:solidFill>
            <a:ln>
              <a:solidFill>
                <a:srgbClr val="0072B2"/>
              </a:solidFill>
            </a:ln>
          </c:spP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2.5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500">
                    <a:latin typeface="Microsoft YaHei"/>
                  </a:defRPr>
                </a:pPr>
                <a:r>
                  <a:t>Step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500">
                    <a:latin typeface="Microsoft YaHei"/>
                  </a:defRPr>
                </a:pPr>
                <a:r>
                  <a:t>Illustrative 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35 seconds</a:t>
            </a:r>
          </a:p>
          <a:p>
            <a:r>
              <a:t>Introduce the software demonstration. No scientific result or user-study outcome is claimed.</a:t>
            </a:r>
          </a:p>
          <a:p/>
          <a:p>
            <a:r>
              <a:t>Claims</a:t>
            </a:r>
          </a:p>
          <a:p>
            <a:r>
              <a:t>[demo] illustrative: These values illustrate the interface only.</a:t>
            </a:r>
          </a:p>
          <a:p/>
          <a:p>
            <a:r>
              <a:t>Sources</a:t>
            </a:r>
          </a:p>
          <a:p>
            <a:r>
              <a:t>data: Synthetic interface fixture; SHA256 f8b24b0e6ba7b387d44efbfc30fc2e248704b27f216fa8306a6547b4d863317d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60 seconds</a:t>
            </a:r>
          </a:p>
          <a:p>
            <a:r>
              <a:t>Show that the native chart workbook retains each CSV value. The earlier figure separately shows supplied bounds.</a:t>
            </a:r>
          </a:p>
          <a:p/>
          <a:p>
            <a:r>
              <a:t>Claims</a:t>
            </a:r>
          </a:p>
          <a:p>
            <a:r>
              <a:t>[demo] illustrative: These values illustrate the interface only.</a:t>
            </a:r>
          </a:p>
          <a:p/>
          <a:p>
            <a:r>
              <a:t>Sources</a:t>
            </a:r>
          </a:p>
          <a:p>
            <a:r>
              <a:t>data: Synthetic interface fixture; SHA256 f8b24b0e6ba7b387d44efbfc30fc2e248704b27f216fa8306a6547b4d863317d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40 seconds</a:t>
            </a:r>
          </a:p>
          <a:p>
            <a:r>
              <a:t>Explain the supplied bounds. They are not estimated confidence intervals. This is a software fixture.</a:t>
            </a:r>
          </a:p>
          <a:p/>
          <a:p>
            <a:r>
              <a:t>Claims</a:t>
            </a:r>
          </a:p>
          <a:p>
            <a:r>
              <a:t>[demo] illustrative: These values illustrate the interface only.</a:t>
            </a:r>
          </a:p>
          <a:p/>
          <a:p>
            <a:r>
              <a:t>Sources</a:t>
            </a:r>
          </a:p>
          <a:p>
            <a:r>
              <a:t>figure: Synthetic interval figure; SHA256 7ff19146978291568ab0feba0192336fd49ebfa111cdac68e11ae82ab677363d</a:t>
            </a:r>
          </a:p>
          <a:p>
            <a:r>
              <a:t>data: Synthetic interface fixture; SHA256 f8b24b0e6ba7b387d44efbfc30fc2e248704b27f216fa8306a6547b4d863317d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55 seconds</a:t>
            </a:r>
          </a:p>
          <a:p>
            <a:r>
              <a:t>Explain why technical success does not approve scientific meaning or visual taste.</a:t>
            </a:r>
          </a:p>
          <a:p/>
          <a:p>
            <a:r>
              <a:t>Claims</a:t>
            </a:r>
          </a:p>
          <a:p>
            <a:r>
              <a:t>[demo] illustrative: These values illustrate the interface only.</a:t>
            </a:r>
          </a:p>
          <a:p/>
          <a:p>
            <a:r>
              <a:t>Sources</a:t>
            </a:r>
          </a:p>
          <a:p>
            <a:r>
              <a:t>data: Synthetic interface fixture; SHA256 f8b24b0e6ba7b387d44efbfc30fc2e248704b27f216fa8306a6547b4d863317d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45 seconds</a:t>
            </a:r>
          </a:p>
          <a:p>
            <a:r>
              <a:t>Ask for actual feedback. The example does not synthesize approval.</a:t>
            </a:r>
          </a:p>
          <a:p/>
          <a:p>
            <a:r>
              <a:t>Claims</a:t>
            </a:r>
          </a:p>
          <a:p>
            <a:r>
              <a:t>[demo] illustrative: These values illustrate the interface only.</a:t>
            </a:r>
          </a:p>
          <a:p/>
          <a:p>
            <a:r>
              <a:t>Sources</a:t>
            </a:r>
          </a:p>
          <a:p>
            <a:r>
              <a:t>data: Synthetic interface fixture; SHA256 f8b24b0e6ba7b387d44efbfc30fc2e248704b27f216fa8306a6547b4d863317d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72638"/>
                </a:solidFill>
                <a:latin typeface="Microsoft YaHei"/>
              </a:defRPr>
            </a:pPr>
            <a:r>
              <a:t>Researcher review controls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07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700" b="0">
                <a:solidFill>
                  <a:srgbClr val="172638"/>
                </a:solidFill>
                <a:latin typeface="Microsoft YaHei"/>
              </a:defRPr>
            </a:pPr>
            <a:r>
              <a:t>有来源、有版本、可人工介入的视觉工作流</a:t>
            </a:r>
          </a:p>
          <a:p>
            <a:pPr>
              <a:spcAft>
                <a:spcPts val="600"/>
              </a:spcAft>
              <a:defRPr sz="27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700" b="0">
                <a:solidFill>
                  <a:srgbClr val="172638"/>
                </a:solidFill>
                <a:latin typeface="Microsoft YaHei"/>
              </a:defRPr>
            </a:pPr>
            <a:r>
              <a:t>仅为合成软件示例，不是科研实验结果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445566"/>
                </a:solidFill>
                <a:latin typeface="Microsoft YaHei"/>
              </a:defRPr>
            </a:pPr>
            <a:r>
              <a:t>1 | ILLUSTRATIVE | Synthetic interface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72638"/>
                </a:solidFill>
                <a:latin typeface="Microsoft YaHei"/>
              </a:defRPr>
            </a:pPr>
            <a:r>
              <a:t>原生图表保留给定数据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463040"/>
          <a:ext cx="7498079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1554480"/>
            <a:ext cx="31546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72638"/>
                </a:solidFill>
                <a:latin typeface="Microsoft YaHei"/>
              </a:defRPr>
            </a:pPr>
            <a:r>
              <a:t>图表可编辑。</a:t>
            </a:r>
          </a:p>
          <a:p>
            <a:pPr>
              <a:spcAft>
                <a:spcPts val="600"/>
              </a:spcAft>
              <a:defRPr sz="21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100" b="0">
                <a:solidFill>
                  <a:srgbClr val="172638"/>
                </a:solidFill>
                <a:latin typeface="Microsoft YaHei"/>
              </a:defRPr>
            </a:pPr>
            <a:r>
              <a:t>数据绑定 CSV 哈希。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445566"/>
                </a:solidFill>
                <a:latin typeface="Microsoft YaHei"/>
              </a:defRPr>
            </a:pPr>
            <a:r>
              <a:t>2 | ILLUSTRATIVE | Synthetic interface fixture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72638"/>
                </a:solidFill>
                <a:latin typeface="Microsoft YaHei"/>
              </a:defRPr>
            </a:pPr>
            <a:r>
              <a:t>保留区间与中文标注</a:t>
            </a:r>
          </a:p>
        </p:txBody>
      </p:sp>
      <p:pic>
        <p:nvPicPr>
          <p:cNvPr id="3" name="Picture 2" descr="Synthetic values with supplied bounds and comparison scatte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14" y="1463040"/>
            <a:ext cx="774129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445566"/>
                </a:solidFill>
                <a:latin typeface="Microsoft YaHei"/>
              </a:defRPr>
            </a:pPr>
            <a:r>
              <a:t>3 | ILLUSTRATIVE | Synthetic interval figure; Synthetic interface fixture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72638"/>
                </a:solidFill>
                <a:latin typeface="Microsoft YaHei"/>
              </a:defRPr>
            </a:pPr>
            <a:r>
              <a:t>区分机器检查与科研判断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72638"/>
                </a:solidFill>
                <a:latin typeface="Microsoft YaHei"/>
              </a:defRPr>
            </a:pPr>
            <a:r>
              <a:t>机器检查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94560"/>
            <a:ext cx="5212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来源字节与文件结构</a:t>
            </a: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时长与对象边界</a:t>
            </a: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实际渲染结果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72638"/>
                </a:solidFill>
                <a:latin typeface="Microsoft YaHei"/>
              </a:defRPr>
            </a:pPr>
            <a:r>
              <a:t>研究者判断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5212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科学问题与证据强度</a:t>
            </a: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适当的强调与叙事</a:t>
            </a: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是否采用当前版本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445566"/>
                </a:solidFill>
                <a:latin typeface="Microsoft YaHei"/>
              </a:defRPr>
            </a:pPr>
            <a:r>
              <a:t>4 | ILLUSTRATIVE | Synthetic interface fixture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72638"/>
                </a:solidFill>
                <a:latin typeface="Microsoft YaHei"/>
              </a:defRPr>
            </a:pPr>
            <a:r>
              <a:t>采用前，哪些内容需要修改？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0">
                <a:solidFill>
                  <a:srgbClr val="172638"/>
                </a:solidFill>
                <a:latin typeface="Microsoft YaHei"/>
              </a:defRPr>
            </a:pPr>
            <a:r>
              <a:t>核对方向、论断和证据。</a:t>
            </a:r>
          </a:p>
          <a:p>
            <a:pPr>
              <a:spcAft>
                <a:spcPts val="600"/>
              </a:spcAft>
              <a:defRPr sz="25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500" b="0">
                <a:solidFill>
                  <a:srgbClr val="172638"/>
                </a:solidFill>
                <a:latin typeface="Microsoft YaHei"/>
              </a:defRPr>
            </a:pPr>
            <a:r>
              <a:t>提出修订、解释或停止要求。</a:t>
            </a:r>
          </a:p>
          <a:p>
            <a:pPr>
              <a:spcAft>
                <a:spcPts val="600"/>
              </a:spcAft>
              <a:defRPr sz="25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500" b="0">
                <a:solidFill>
                  <a:srgbClr val="172638"/>
                </a:solidFill>
                <a:latin typeface="Microsoft YaHei"/>
              </a:defRPr>
            </a:pPr>
            <a:r>
              <a:t>只审阅当前产物版本。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445566"/>
                </a:solidFill>
                <a:latin typeface="Microsoft YaHei"/>
              </a:defRPr>
            </a:pPr>
            <a:r>
              <a:t>5 | ILLUSTRATIVE | Synthetic interface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 a visual workflow using labelled synthetic values</dc:title>
  <dc:subject>illustrative</dc:subject>
  <dc:creator/>
  <cp:keywords>evidence-bound; researcher review pending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